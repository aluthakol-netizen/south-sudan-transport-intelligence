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07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66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240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18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443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984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93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74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78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21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550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047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38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183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935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605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369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D958B5C-496D-4A2E-A922-0E84D4711E8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DF7853-0AD2-4663-B1E2-C1B571452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3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982198" cy="1303867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and Road Condition Platform (TRCP)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7" cy="3649904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 MANAL HAROUN</a:t>
            </a:r>
          </a:p>
          <a:p>
            <a:pPr marL="0" indent="0" algn="l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NUMBER: 079326</a:t>
            </a:r>
          </a:p>
          <a:p>
            <a:pPr marL="0" indent="0" algn="l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4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YEAR,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SEMESTER</a:t>
            </a:r>
          </a:p>
          <a:p>
            <a:pPr marL="0" indent="0" algn="l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COLLEGE: COMPUTER SCIENCE AND INFORMATION TECHNOLOGY</a:t>
            </a:r>
          </a:p>
          <a:p>
            <a:pPr marL="0" indent="0" algn="l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INFORMATION TECHNOLOGY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LECTURER: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JANE EVANS</a:t>
            </a:r>
          </a:p>
        </p:txBody>
      </p:sp>
    </p:spTree>
    <p:extLst>
      <p:ext uri="{BB962C8B-B14F-4D97-AF65-F5344CB8AC3E}">
        <p14:creationId xmlns:p14="http://schemas.microsoft.com/office/powerpoint/2010/main" val="2784276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307" y="2740025"/>
            <a:ext cx="10005291" cy="346681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and Road Condition Platform (TRCP)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web-based system has been developed to provide real-time road and transport information across South Sudan. The platform will help improve transportation planning, reduce travel risks, and support infrastructure development.</a:t>
            </a:r>
          </a:p>
        </p:txBody>
      </p:sp>
    </p:spTree>
    <p:extLst>
      <p:ext uri="{BB962C8B-B14F-4D97-AF65-F5344CB8AC3E}">
        <p14:creationId xmlns:p14="http://schemas.microsoft.com/office/powerpoint/2010/main" val="317463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road networks across many parts of the country which become impassible during rainy season.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road condition information.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transport coordination and planning.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delivery of goods and services.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for traders and businesses to plan transportation.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centralized digital platform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provides updated road and transport information in South Sudan, creating a major gap in infrastructure information and planning.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33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web-based Transport and Road Condition Platform that provides real-time information on road conditions and transport systems in South Sudan to support infrastructure planning and economic growth</a:t>
            </a:r>
          </a:p>
        </p:txBody>
      </p:sp>
    </p:spTree>
    <p:extLst>
      <p:ext uri="{BB962C8B-B14F-4D97-AF65-F5344CB8AC3E}">
        <p14:creationId xmlns:p14="http://schemas.microsoft.com/office/powerpoint/2010/main" val="4127978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836" y="1011670"/>
            <a:ext cx="10515600" cy="10572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13891"/>
            <a:ext cx="10515600" cy="361141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road condition updates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transport planning and coordination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travel delays and transport risks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trade and economic activities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infrastructure monitoring and reporting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transport cost information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government and stakeholders in infrastructure decision-making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connectivity between towns and cities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571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2924755"/>
            <a:ext cx="9404926" cy="258935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Transport and Road Condition Platform will provide a practical and innovative solution to transportation challenges in South Sudan. By improving access to road and transport information, the system will support infrastructure development, trade, and economic growth.</a:t>
            </a:r>
          </a:p>
        </p:txBody>
      </p:sp>
    </p:spTree>
    <p:extLst>
      <p:ext uri="{BB962C8B-B14F-4D97-AF65-F5344CB8AC3E}">
        <p14:creationId xmlns:p14="http://schemas.microsoft.com/office/powerpoint/2010/main" val="15840374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41</TotalTime>
  <Words>283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Garamond</vt:lpstr>
      <vt:lpstr>Times New Roman</vt:lpstr>
      <vt:lpstr>Organic</vt:lpstr>
      <vt:lpstr>Transport and Road Condition Platform (TRCP)</vt:lpstr>
      <vt:lpstr>INTRODUCTION</vt:lpstr>
      <vt:lpstr>Problem Statement</vt:lpstr>
      <vt:lpstr>Project Aim</vt:lpstr>
      <vt:lpstr>Objectives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Starford International University</dc:title>
  <dc:creator>Microsoft account</dc:creator>
  <cp:lastModifiedBy>aluth akol</cp:lastModifiedBy>
  <cp:revision>23</cp:revision>
  <dcterms:created xsi:type="dcterms:W3CDTF">2026-04-11T17:21:49Z</dcterms:created>
  <dcterms:modified xsi:type="dcterms:W3CDTF">2026-04-18T09:53:04Z</dcterms:modified>
</cp:coreProperties>
</file>